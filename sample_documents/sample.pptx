
<file path=ppt/presentation.xml><?xml version="1.0" encoding="UTF-8" standalone="yes"?>
                <p:presentation xmlns:p="http://schemas.openxmlformats.org/presentationml/2006/main">
                    <p:sldIdLst><p:sldId id="256" r:id="rId1"/></p:sldIdLst>
                </p:presentation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Quarterly Review</a:t>
            </a:r>
          </a:p>
        </p:txBody>
      </p:sp>
    </p:spTree>
  </p:cSld>
</p:sld>
</file>